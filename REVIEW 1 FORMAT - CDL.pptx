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18416-33DF-54A6-E4BC-033E086BED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AFFCFC-E13C-A182-8CC0-F13B54E914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247EA3-F715-9579-6B5E-BB19A575E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6A4B4-FC94-4F9C-83E4-48ABB8E240FF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5717C8-5278-EEBD-8D84-8F9C57FB5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531EFD-D5F6-4A33-2E96-CBEFA7E33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BD9C9-EC52-4CCA-93C4-4B24A23576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71577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3C954-C34B-7DC0-AE22-5EE9EC3FC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72806-4AB0-4D2D-8FF9-3F48594FC3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21743F-FB6C-6F21-5C82-22A15CD86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6A4B4-FC94-4F9C-83E4-48ABB8E240FF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E10535-E386-87CA-2983-A8724613A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227A31-F5CE-5B71-3066-9868B5B2D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BD9C9-EC52-4CCA-93C4-4B24A23576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0289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BC730-9130-E30F-E98D-E69C4210C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33671B-61F9-C975-D7ED-B16F7C3952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83AEDE-0757-8AA1-3E5E-5847CA96B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6A4B4-FC94-4F9C-83E4-48ABB8E240FF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F2EF0C-59FF-3C4B-0675-A065463D1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3D654-29BF-1FBC-D491-C1877685F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BD9C9-EC52-4CCA-93C4-4B24A23576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12928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59C35-CD2A-EC18-B6A8-61E3990DA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3055B3-68D5-793E-0092-E063CC2B98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4D855F-E45B-EC4C-76F1-50FA695DB7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3E0226-FC15-6FEB-D289-AE3D82F0C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6A4B4-FC94-4F9C-83E4-48ABB8E240FF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687CD0-E602-144B-2AFF-260973BF3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B4907-BB7E-2487-3E13-EB6008E5E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BD9C9-EC52-4CCA-93C4-4B24A23576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5815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64152-4981-B472-4F88-8CEDD78D7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7609AB-EB1C-8591-CA37-BB8B61FE9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3D3DD3-E26F-0BE9-D4BB-51D981248C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90C5B6-9A66-64A3-1AA8-B47D004E6F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F7170D-A4AD-5971-83B7-33690E809D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B54E1D-DD35-9F63-7C3B-A8DD4DBD6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6A4B4-FC94-4F9C-83E4-48ABB8E240FF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87853A-76CF-1731-4E99-09438A5A5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D802C3-2B0D-498B-9ED0-884BDD059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BD9C9-EC52-4CCA-93C4-4B24A23576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02600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46936-1266-3283-1CCF-6E1F1374F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D02CDB-7DE8-E105-CB61-254EDD4DC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6A4B4-FC94-4F9C-83E4-48ABB8E240FF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BF69A0-55D6-3C82-2981-B82886513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0ADBE0-F7E9-22A1-282E-6640EEDB0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BD9C9-EC52-4CCA-93C4-4B24A23576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4472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6D698F-9FE4-5FE7-E2E7-002589F3B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6A4B4-FC94-4F9C-83E4-48ABB8E240FF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8D5767-DEB1-4748-EA8F-1450023D9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BDF6FF-6894-28EB-76D3-3BF56F9B5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BD9C9-EC52-4CCA-93C4-4B24A23576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01005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99563-890C-BBDF-D0F0-637E07F28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812A79-8671-A2CD-342A-9C9333831C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07BE0E-C8C5-454A-5749-904E956CB1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DCA958-AEC2-6276-6674-40B005E24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6A4B4-FC94-4F9C-83E4-48ABB8E240FF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01B670-0DF3-6DEA-02DE-A48DCF6C4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92252B-879A-E8B9-BE9E-EF75309CC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BD9C9-EC52-4CCA-93C4-4B24A23576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17790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85C1D-62C4-D39B-7095-20B542E7F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8AE051-C2E9-C4D8-ED84-062C0E93D606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5EB464-7046-6144-BC6F-26E07FC9F7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F4C85B-1ED3-292C-9093-542057E3A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6A4B4-FC94-4F9C-83E4-48ABB8E240FF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AA02DC-11C7-EAD5-C21E-A5A2FC5BD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9E9D81-2C7D-4C7C-8D38-65DAAEBF6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BD9C9-EC52-4CCA-93C4-4B24A23576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0270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9D58D-E452-E5A8-C801-120AA66B8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129FEA-7714-9A91-D44B-0933A1236A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78D109-2176-EF84-BAB2-7E3DB166A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6A4B4-FC94-4F9C-83E4-48ABB8E240FF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FBF19C-62F0-A3BB-6739-923261892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D1A746-EEE3-76D1-24AA-8764A7605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BD9C9-EC52-4CCA-93C4-4B24A23576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98318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4BF262-A9E8-2D60-8C91-8A32D9AF9A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D16BC4-7C08-FA2C-7E9D-7625246D41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994983-BC3D-C0C6-0F80-6689761DD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6A4B4-FC94-4F9C-83E4-48ABB8E240FF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7AA3E9-94EC-776C-9B43-88510C61B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FFE701-6283-F9FD-5524-4B0F14306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BD9C9-EC52-4CCA-93C4-4B24A23576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1588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A51CCC-AAB9-9CE9-31D4-7A65439BA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8F5CEB-53EC-C0E0-39A8-5A423B0243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080537-A9CC-71DD-A1E8-1340669FB8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06A4B4-FC94-4F9C-83E4-48ABB8E240FF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B27A5B-3A99-E9DF-C4FB-37299DA3A4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7D2DFE-BA02-7361-7E20-353854E72F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ABD9C9-EC52-4CCA-93C4-4B24A23576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2433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09B99-1EE6-C07A-050C-C9DD382EC4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72862" y="650095"/>
            <a:ext cx="6446276" cy="941246"/>
          </a:xfrm>
        </p:spPr>
        <p:txBody>
          <a:bodyPr>
            <a:normAutofit fontScale="90000"/>
          </a:bodyPr>
          <a:lstStyle/>
          <a:p>
            <a:b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1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Code: BCSE307P</a:t>
            </a:r>
            <a:br>
              <a:rPr lang="en-IN" sz="31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1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Name: Compiler Design Lab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8236A6E-3EB5-598E-1381-6F1F56D6C9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8588" y="105618"/>
            <a:ext cx="1406935" cy="1485723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125E90CB-4DE3-29F4-0DE8-A67213254C8D}"/>
              </a:ext>
            </a:extLst>
          </p:cNvPr>
          <p:cNvSpPr txBox="1">
            <a:spLocks/>
          </p:cNvSpPr>
          <p:nvPr/>
        </p:nvSpPr>
        <p:spPr>
          <a:xfrm>
            <a:off x="2681748" y="105618"/>
            <a:ext cx="6966156" cy="4539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FALL SEMESTER 2026- 2027</a:t>
            </a:r>
            <a:endParaRPr lang="en-IN" sz="2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8AB4DCA-5A5A-41E7-4EB5-799FCF44A1FC}"/>
              </a:ext>
            </a:extLst>
          </p:cNvPr>
          <p:cNvSpPr txBox="1">
            <a:spLocks/>
          </p:cNvSpPr>
          <p:nvPr/>
        </p:nvSpPr>
        <p:spPr>
          <a:xfrm>
            <a:off x="2681748" y="2003715"/>
            <a:ext cx="6446276" cy="62845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5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5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01390CB-8F2B-7934-E32F-4B0BCF1C6EF8}"/>
              </a:ext>
            </a:extLst>
          </p:cNvPr>
          <p:cNvSpPr txBox="1"/>
          <p:nvPr/>
        </p:nvSpPr>
        <p:spPr>
          <a:xfrm>
            <a:off x="68826" y="4547487"/>
            <a:ext cx="49161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Team members and registration numbers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C9A935-C6D2-8089-A6D9-47B5C630A9C7}"/>
              </a:ext>
            </a:extLst>
          </p:cNvPr>
          <p:cNvSpPr txBox="1"/>
          <p:nvPr/>
        </p:nvSpPr>
        <p:spPr>
          <a:xfrm>
            <a:off x="7653186" y="4547487"/>
            <a:ext cx="45916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800" dirty="0"/>
              <a:t>Faculty name</a:t>
            </a:r>
          </a:p>
        </p:txBody>
      </p:sp>
    </p:spTree>
    <p:extLst>
      <p:ext uri="{BB962C8B-B14F-4D97-AF65-F5344CB8AC3E}">
        <p14:creationId xmlns:p14="http://schemas.microsoft.com/office/powerpoint/2010/main" val="39685941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8ACCAC49-7E6C-9544-66E8-4555BF390F83}"/>
              </a:ext>
            </a:extLst>
          </p:cNvPr>
          <p:cNvSpPr txBox="1"/>
          <p:nvPr/>
        </p:nvSpPr>
        <p:spPr>
          <a:xfrm>
            <a:off x="4041057" y="1915198"/>
            <a:ext cx="471948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being addressed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technique or approach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Suggested length: 150–250 words [in paragraph].</a:t>
            </a:r>
          </a:p>
        </p:txBody>
      </p:sp>
    </p:spTree>
    <p:extLst>
      <p:ext uri="{BB962C8B-B14F-4D97-AF65-F5344CB8AC3E}">
        <p14:creationId xmlns:p14="http://schemas.microsoft.com/office/powerpoint/2010/main" val="17533673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5D0A0-ECDA-0ADC-AF6B-9ACAFD76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EB2CEA2-2E83-9796-2FB7-2555169BAA78}"/>
              </a:ext>
            </a:extLst>
          </p:cNvPr>
          <p:cNvSpPr txBox="1"/>
          <p:nvPr/>
        </p:nvSpPr>
        <p:spPr>
          <a:xfrm>
            <a:off x="4011561" y="2187647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Introduction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Background and context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Problem statement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Why the problem matters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Limitations of the existing approach</a:t>
            </a:r>
          </a:p>
        </p:txBody>
      </p:sp>
    </p:spTree>
    <p:extLst>
      <p:ext uri="{BB962C8B-B14F-4D97-AF65-F5344CB8AC3E}">
        <p14:creationId xmlns:p14="http://schemas.microsoft.com/office/powerpoint/2010/main" val="29095523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78A3E-3A8A-3EA6-4809-59D11C2BB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7CA6FEB-4AB6-B6E1-C661-BCAFFF96DA90}"/>
              </a:ext>
            </a:extLst>
          </p:cNvPr>
          <p:cNvSpPr txBox="1"/>
          <p:nvPr/>
        </p:nvSpPr>
        <p:spPr>
          <a:xfrm>
            <a:off x="2251587" y="1620426"/>
            <a:ext cx="915383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Literature Review – 10 Recent Studies (Search In Google Scholar)</a:t>
            </a:r>
          </a:p>
          <a:p>
            <a:pPr>
              <a:buNone/>
            </a:pPr>
            <a:r>
              <a:rPr lang="en-IN" dirty="0"/>
              <a:t>For each paper, provide: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Author(s) and publication year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Paper title and publication venue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Method / technique used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Key finding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Limitation or research gap</a:t>
            </a:r>
          </a:p>
          <a:p>
            <a:pPr>
              <a:buNone/>
            </a:pPr>
            <a:r>
              <a:rPr lang="en-IN" dirty="0"/>
              <a:t>Use genuine, relevant, recent papers, preferably from 2021–2026. Include DOI or source links.</a:t>
            </a:r>
          </a:p>
        </p:txBody>
      </p:sp>
    </p:spTree>
    <p:extLst>
      <p:ext uri="{BB962C8B-B14F-4D97-AF65-F5344CB8AC3E}">
        <p14:creationId xmlns:p14="http://schemas.microsoft.com/office/powerpoint/2010/main" val="26252779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F99CD-E7B1-52F6-ECAA-9E1828BD0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13B78E8-F920-46C2-17E3-22F77E66D27E}"/>
              </a:ext>
            </a:extLst>
          </p:cNvPr>
          <p:cNvSpPr txBox="1"/>
          <p:nvPr/>
        </p:nvSpPr>
        <p:spPr>
          <a:xfrm>
            <a:off x="2084438" y="2042170"/>
            <a:ext cx="843607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Summary of the Literature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Common techniques used in previous research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Strengths of existing approaches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Limitations identified across the papers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Specific research gap addressed by the project</a:t>
            </a:r>
          </a:p>
          <a:p>
            <a:pPr>
              <a:buNone/>
            </a:pPr>
            <a:r>
              <a:rPr lang="en-IN" dirty="0"/>
              <a:t>Students must synthesize the studies rather than repeat ten individual summaries.</a:t>
            </a:r>
          </a:p>
        </p:txBody>
      </p:sp>
    </p:spTree>
    <p:extLst>
      <p:ext uri="{BB962C8B-B14F-4D97-AF65-F5344CB8AC3E}">
        <p14:creationId xmlns:p14="http://schemas.microsoft.com/office/powerpoint/2010/main" val="8746394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BC5720-D135-0C0D-B555-B01716607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911E235-053D-0800-4D7B-5A3DE5410D1D}"/>
              </a:ext>
            </a:extLst>
          </p:cNvPr>
          <p:cNvSpPr txBox="1"/>
          <p:nvPr/>
        </p:nvSpPr>
        <p:spPr>
          <a:xfrm>
            <a:off x="3775587" y="1817723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Objectives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One clear primary objective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two to three specific objectives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Each objective should address the identified problem or research gap</a:t>
            </a:r>
          </a:p>
        </p:txBody>
      </p:sp>
    </p:spTree>
    <p:extLst>
      <p:ext uri="{BB962C8B-B14F-4D97-AF65-F5344CB8AC3E}">
        <p14:creationId xmlns:p14="http://schemas.microsoft.com/office/powerpoint/2010/main" val="23543609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2C710-3B37-BE78-9536-E0588CB49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FBACC6C-B0BE-6D15-C9DC-4FC4230D54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59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89724" y="1216353"/>
            <a:ext cx="7466596" cy="4720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8626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178</Words>
  <Application>Microsoft Office PowerPoint</Application>
  <PresentationFormat>Widescreen</PresentationFormat>
  <Paragraphs>34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Office Theme</vt:lpstr>
      <vt:lpstr> Course Code: BCSE307P Course Name: Compiler Design Lab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 NAVIN</dc:creator>
  <cp:lastModifiedBy>SAM NAVIN</cp:lastModifiedBy>
  <cp:revision>1</cp:revision>
  <dcterms:created xsi:type="dcterms:W3CDTF">2026-10-13T02:37:56Z</dcterms:created>
  <dcterms:modified xsi:type="dcterms:W3CDTF">2026-10-13T02:42:01Z</dcterms:modified>
</cp:coreProperties>
</file>